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7" r:id="rId2"/>
  </p:sldIdLst>
  <p:sldSz cx="21388388" cy="30275213"/>
  <p:notesSz cx="20931188" cy="29818013"/>
  <p:defaultTextStyle>
    <a:defPPr>
      <a:defRPr lang="en-US"/>
    </a:defPPr>
    <a:lvl1pPr marL="0" algn="l" defTabSz="295214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1pPr>
    <a:lvl2pPr marL="1476070" algn="l" defTabSz="295214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2pPr>
    <a:lvl3pPr marL="2952140" algn="l" defTabSz="295214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3pPr>
    <a:lvl4pPr marL="4428211" algn="l" defTabSz="295214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4pPr>
    <a:lvl5pPr marL="5904281" algn="l" defTabSz="295214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5pPr>
    <a:lvl6pPr marL="7380351" algn="l" defTabSz="295214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6pPr>
    <a:lvl7pPr marL="8856421" algn="l" defTabSz="295214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7pPr>
    <a:lvl8pPr marL="10332491" algn="l" defTabSz="295214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8pPr>
    <a:lvl9pPr marL="11808562" algn="l" defTabSz="295214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2" userDrawn="1">
          <p15:clr>
            <a:srgbClr val="A4A3A4"/>
          </p15:clr>
        </p15:guide>
        <p15:guide id="2" pos="161" userDrawn="1">
          <p15:clr>
            <a:srgbClr val="A4A3A4"/>
          </p15:clr>
        </p15:guide>
        <p15:guide id="3" pos="13169" userDrawn="1">
          <p15:clr>
            <a:srgbClr val="A4A3A4"/>
          </p15:clr>
        </p15:guide>
        <p15:guide id="4" orient="horz" pos="18224" userDrawn="1">
          <p15:clr>
            <a:srgbClr val="A4A3A4"/>
          </p15:clr>
        </p15:guide>
        <p15:guide id="5" pos="3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225F5F"/>
    <a:srgbClr val="184140"/>
    <a:srgbClr val="F2E5E5"/>
    <a:srgbClr val="E6E6E6"/>
    <a:srgbClr val="33CC33"/>
    <a:srgbClr val="3399FF"/>
    <a:srgbClr val="99CC00"/>
    <a:srgbClr val="0033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16" autoAdjust="0"/>
    <p:restoredTop sz="95274" autoAdjust="0"/>
  </p:normalViewPr>
  <p:slideViewPr>
    <p:cSldViewPr>
      <p:cViewPr varScale="1">
        <p:scale>
          <a:sx n="18" d="100"/>
          <a:sy n="18" d="100"/>
        </p:scale>
        <p:origin x="3062" y="96"/>
      </p:cViewPr>
      <p:guideLst>
        <p:guide orient="horz" pos="272"/>
        <p:guide pos="161"/>
        <p:guide pos="13169"/>
        <p:guide orient="horz" pos="18224"/>
        <p:guide pos="305"/>
      </p:guideLst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070181" cy="1490901"/>
          </a:xfrm>
          <a:prstGeom prst="rect">
            <a:avLst/>
          </a:prstGeom>
        </p:spPr>
        <p:txBody>
          <a:bodyPr vert="horz" lIns="289993" tIns="144996" rIns="289993" bIns="144996" rtlCol="0"/>
          <a:lstStyle>
            <a:lvl1pPr algn="l">
              <a:defRPr sz="38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856163" y="0"/>
            <a:ext cx="9070181" cy="1490901"/>
          </a:xfrm>
          <a:prstGeom prst="rect">
            <a:avLst/>
          </a:prstGeom>
        </p:spPr>
        <p:txBody>
          <a:bodyPr vert="horz" lIns="289993" tIns="144996" rIns="289993" bIns="144996" rtlCol="0"/>
          <a:lstStyle>
            <a:lvl1pPr algn="r">
              <a:defRPr sz="3800"/>
            </a:lvl1pPr>
          </a:lstStyle>
          <a:p>
            <a:fld id="{FBA6F60B-5423-4563-9454-0514826FDE75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16688" y="2236788"/>
            <a:ext cx="7897812" cy="111807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289993" tIns="144996" rIns="289993" bIns="14499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93119" y="14163556"/>
            <a:ext cx="16744950" cy="13418106"/>
          </a:xfrm>
          <a:prstGeom prst="rect">
            <a:avLst/>
          </a:prstGeom>
        </p:spPr>
        <p:txBody>
          <a:bodyPr vert="horz" lIns="289993" tIns="144996" rIns="289993" bIns="144996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28321937"/>
            <a:ext cx="9070181" cy="1490901"/>
          </a:xfrm>
          <a:prstGeom prst="rect">
            <a:avLst/>
          </a:prstGeom>
        </p:spPr>
        <p:txBody>
          <a:bodyPr vert="horz" lIns="289993" tIns="144996" rIns="289993" bIns="144996" rtlCol="0" anchor="b"/>
          <a:lstStyle>
            <a:lvl1pPr algn="l">
              <a:defRPr sz="38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856163" y="28321937"/>
            <a:ext cx="9070181" cy="1490901"/>
          </a:xfrm>
          <a:prstGeom prst="rect">
            <a:avLst/>
          </a:prstGeom>
        </p:spPr>
        <p:txBody>
          <a:bodyPr vert="horz" lIns="289993" tIns="144996" rIns="289993" bIns="144996" rtlCol="0" anchor="b"/>
          <a:lstStyle>
            <a:lvl1pPr algn="r">
              <a:defRPr sz="3800"/>
            </a:lvl1pPr>
          </a:lstStyle>
          <a:p>
            <a:fld id="{BB886ECF-5716-41FE-B59E-BCD3328D17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107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952140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1pPr>
    <a:lvl2pPr marL="1476070" algn="l" defTabSz="2952140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2pPr>
    <a:lvl3pPr marL="2952140" algn="l" defTabSz="2952140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3pPr>
    <a:lvl4pPr marL="4428211" algn="l" defTabSz="2952140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4pPr>
    <a:lvl5pPr marL="5904281" algn="l" defTabSz="2952140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5pPr>
    <a:lvl6pPr marL="7380351" algn="l" defTabSz="2952140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6pPr>
    <a:lvl7pPr marL="8856421" algn="l" defTabSz="2952140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7pPr>
    <a:lvl8pPr marL="10332491" algn="l" defTabSz="2952140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8pPr>
    <a:lvl9pPr marL="11808562" algn="l" defTabSz="2952140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886ECF-5716-41FE-B59E-BCD3328D179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129" y="9404941"/>
            <a:ext cx="18180130" cy="648954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8258" y="17155954"/>
            <a:ext cx="14971872" cy="77369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4754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9509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4264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9019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3773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852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3283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1803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1912-636F-4668-9EBC-8A04649C13A1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D7060-EED8-4B5E-9A0B-19E3CAA328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1912-636F-4668-9EBC-8A04649C13A1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D7060-EED8-4B5E-9A0B-19E3CAA328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535" y="19454643"/>
            <a:ext cx="18180130" cy="6012994"/>
          </a:xfrm>
        </p:spPr>
        <p:txBody>
          <a:bodyPr anchor="t"/>
          <a:lstStyle>
            <a:lvl1pPr algn="l">
              <a:defRPr sz="129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9535" y="12831934"/>
            <a:ext cx="18180130" cy="6622700"/>
          </a:xfrm>
        </p:spPr>
        <p:txBody>
          <a:bodyPr anchor="b"/>
          <a:lstStyle>
            <a:lvl1pPr marL="0" indent="0">
              <a:buNone/>
              <a:defRPr sz="6500">
                <a:solidFill>
                  <a:schemeClr val="tx1">
                    <a:tint val="75000"/>
                  </a:schemeClr>
                </a:solidFill>
              </a:defRPr>
            </a:lvl1pPr>
            <a:lvl2pPr marL="1475479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2pPr>
            <a:lvl3pPr marL="2950959" indent="0">
              <a:buNone/>
              <a:defRPr sz="5200">
                <a:solidFill>
                  <a:schemeClr val="tx1">
                    <a:tint val="75000"/>
                  </a:schemeClr>
                </a:solidFill>
              </a:defRPr>
            </a:lvl3pPr>
            <a:lvl4pPr marL="4426438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4pPr>
            <a:lvl5pPr marL="5901918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5pPr>
            <a:lvl6pPr marL="7377397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6pPr>
            <a:lvl7pPr marL="8852876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7pPr>
            <a:lvl8pPr marL="10328352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8pPr>
            <a:lvl9pPr marL="11803835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1912-636F-4668-9EBC-8A04649C13A1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D7060-EED8-4B5E-9A0B-19E3CAA328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2739" y="31179269"/>
            <a:ext cx="22342698" cy="88176557"/>
          </a:xfrm>
        </p:spPr>
        <p:txBody>
          <a:bodyPr/>
          <a:lstStyle>
            <a:lvl1pPr>
              <a:defRPr sz="9000"/>
            </a:lvl1pPr>
            <a:lvl2pPr>
              <a:defRPr sz="7700"/>
            </a:lvl2pPr>
            <a:lvl3pPr>
              <a:defRPr sz="6500"/>
            </a:lvl3pPr>
            <a:lvl4pPr>
              <a:defRPr sz="5800"/>
            </a:lvl4pPr>
            <a:lvl5pPr>
              <a:defRPr sz="5800"/>
            </a:lvl5pPr>
            <a:lvl6pPr>
              <a:defRPr sz="5800"/>
            </a:lvl6pPr>
            <a:lvl7pPr>
              <a:defRPr sz="5800"/>
            </a:lvl7pPr>
            <a:lvl8pPr>
              <a:defRPr sz="5800"/>
            </a:lvl8pPr>
            <a:lvl9pPr>
              <a:defRPr sz="5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201910" y="31179269"/>
            <a:ext cx="22342695" cy="88176557"/>
          </a:xfrm>
        </p:spPr>
        <p:txBody>
          <a:bodyPr/>
          <a:lstStyle>
            <a:lvl1pPr>
              <a:defRPr sz="9000"/>
            </a:lvl1pPr>
            <a:lvl2pPr>
              <a:defRPr sz="7700"/>
            </a:lvl2pPr>
            <a:lvl3pPr>
              <a:defRPr sz="6500"/>
            </a:lvl3pPr>
            <a:lvl4pPr>
              <a:defRPr sz="5800"/>
            </a:lvl4pPr>
            <a:lvl5pPr>
              <a:defRPr sz="5800"/>
            </a:lvl5pPr>
            <a:lvl6pPr>
              <a:defRPr sz="5800"/>
            </a:lvl6pPr>
            <a:lvl7pPr>
              <a:defRPr sz="5800"/>
            </a:lvl7pPr>
            <a:lvl8pPr>
              <a:defRPr sz="5800"/>
            </a:lvl8pPr>
            <a:lvl9pPr>
              <a:defRPr sz="5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1912-636F-4668-9EBC-8A04649C13A1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D7060-EED8-4B5E-9A0B-19E3CAA328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419" y="1212412"/>
            <a:ext cx="19249550" cy="5045869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420" y="6776885"/>
            <a:ext cx="9450252" cy="2824283"/>
          </a:xfrm>
        </p:spPr>
        <p:txBody>
          <a:bodyPr anchor="b"/>
          <a:lstStyle>
            <a:lvl1pPr marL="0" indent="0">
              <a:buNone/>
              <a:defRPr sz="7700" b="1"/>
            </a:lvl1pPr>
            <a:lvl2pPr marL="1475479" indent="0">
              <a:buNone/>
              <a:defRPr sz="6500" b="1"/>
            </a:lvl2pPr>
            <a:lvl3pPr marL="2950959" indent="0">
              <a:buNone/>
              <a:defRPr sz="5800" b="1"/>
            </a:lvl3pPr>
            <a:lvl4pPr marL="4426438" indent="0">
              <a:buNone/>
              <a:defRPr sz="5200" b="1"/>
            </a:lvl4pPr>
            <a:lvl5pPr marL="5901918" indent="0">
              <a:buNone/>
              <a:defRPr sz="5200" b="1"/>
            </a:lvl5pPr>
            <a:lvl6pPr marL="7377397" indent="0">
              <a:buNone/>
              <a:defRPr sz="5200" b="1"/>
            </a:lvl6pPr>
            <a:lvl7pPr marL="8852876" indent="0">
              <a:buNone/>
              <a:defRPr sz="5200" b="1"/>
            </a:lvl7pPr>
            <a:lvl8pPr marL="10328352" indent="0">
              <a:buNone/>
              <a:defRPr sz="5200" b="1"/>
            </a:lvl8pPr>
            <a:lvl9pPr marL="11803835" indent="0">
              <a:buNone/>
              <a:defRPr sz="5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420" y="9601168"/>
            <a:ext cx="9450252" cy="17443291"/>
          </a:xfrm>
        </p:spPr>
        <p:txBody>
          <a:bodyPr/>
          <a:lstStyle>
            <a:lvl1pPr>
              <a:defRPr sz="7700"/>
            </a:lvl1pPr>
            <a:lvl2pPr>
              <a:defRPr sz="6500"/>
            </a:lvl2pPr>
            <a:lvl3pPr>
              <a:defRPr sz="5800"/>
            </a:lvl3pPr>
            <a:lvl4pPr>
              <a:defRPr sz="5200"/>
            </a:lvl4pPr>
            <a:lvl5pPr>
              <a:defRPr sz="5200"/>
            </a:lvl5pPr>
            <a:lvl6pPr>
              <a:defRPr sz="5200"/>
            </a:lvl6pPr>
            <a:lvl7pPr>
              <a:defRPr sz="5200"/>
            </a:lvl7pPr>
            <a:lvl8pPr>
              <a:defRPr sz="5200"/>
            </a:lvl8pPr>
            <a:lvl9pPr>
              <a:defRPr sz="5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5012" y="6776885"/>
            <a:ext cx="9453965" cy="2824283"/>
          </a:xfrm>
        </p:spPr>
        <p:txBody>
          <a:bodyPr anchor="b"/>
          <a:lstStyle>
            <a:lvl1pPr marL="0" indent="0">
              <a:buNone/>
              <a:defRPr sz="7700" b="1"/>
            </a:lvl1pPr>
            <a:lvl2pPr marL="1475479" indent="0">
              <a:buNone/>
              <a:defRPr sz="6500" b="1"/>
            </a:lvl2pPr>
            <a:lvl3pPr marL="2950959" indent="0">
              <a:buNone/>
              <a:defRPr sz="5800" b="1"/>
            </a:lvl3pPr>
            <a:lvl4pPr marL="4426438" indent="0">
              <a:buNone/>
              <a:defRPr sz="5200" b="1"/>
            </a:lvl4pPr>
            <a:lvl5pPr marL="5901918" indent="0">
              <a:buNone/>
              <a:defRPr sz="5200" b="1"/>
            </a:lvl5pPr>
            <a:lvl6pPr marL="7377397" indent="0">
              <a:buNone/>
              <a:defRPr sz="5200" b="1"/>
            </a:lvl6pPr>
            <a:lvl7pPr marL="8852876" indent="0">
              <a:buNone/>
              <a:defRPr sz="5200" b="1"/>
            </a:lvl7pPr>
            <a:lvl8pPr marL="10328352" indent="0">
              <a:buNone/>
              <a:defRPr sz="5200" b="1"/>
            </a:lvl8pPr>
            <a:lvl9pPr marL="11803835" indent="0">
              <a:buNone/>
              <a:defRPr sz="5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5012" y="9601168"/>
            <a:ext cx="9453965" cy="17443291"/>
          </a:xfrm>
        </p:spPr>
        <p:txBody>
          <a:bodyPr/>
          <a:lstStyle>
            <a:lvl1pPr>
              <a:defRPr sz="7700"/>
            </a:lvl1pPr>
            <a:lvl2pPr>
              <a:defRPr sz="6500"/>
            </a:lvl2pPr>
            <a:lvl3pPr>
              <a:defRPr sz="5800"/>
            </a:lvl3pPr>
            <a:lvl4pPr>
              <a:defRPr sz="5200"/>
            </a:lvl4pPr>
            <a:lvl5pPr>
              <a:defRPr sz="5200"/>
            </a:lvl5pPr>
            <a:lvl6pPr>
              <a:defRPr sz="5200"/>
            </a:lvl6pPr>
            <a:lvl7pPr>
              <a:defRPr sz="5200"/>
            </a:lvl7pPr>
            <a:lvl8pPr>
              <a:defRPr sz="5200"/>
            </a:lvl8pPr>
            <a:lvl9pPr>
              <a:defRPr sz="5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1912-636F-4668-9EBC-8A04649C13A1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D7060-EED8-4B5E-9A0B-19E3CAA328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1912-636F-4668-9EBC-8A04649C13A1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D7060-EED8-4B5E-9A0B-19E3CAA328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1912-636F-4668-9EBC-8A04649C13A1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D7060-EED8-4B5E-9A0B-19E3CAA328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420" y="1205402"/>
            <a:ext cx="7036633" cy="5129967"/>
          </a:xfrm>
        </p:spPr>
        <p:txBody>
          <a:bodyPr anchor="b"/>
          <a:lstStyle>
            <a:lvl1pPr algn="l">
              <a:defRPr sz="6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2266" y="1205417"/>
            <a:ext cx="11956703" cy="25839056"/>
          </a:xfrm>
        </p:spPr>
        <p:txBody>
          <a:bodyPr/>
          <a:lstStyle>
            <a:lvl1pPr>
              <a:defRPr sz="10300"/>
            </a:lvl1pPr>
            <a:lvl2pPr>
              <a:defRPr sz="9000"/>
            </a:lvl2pPr>
            <a:lvl3pPr>
              <a:defRPr sz="7700"/>
            </a:lvl3pPr>
            <a:lvl4pPr>
              <a:defRPr sz="6500"/>
            </a:lvl4pPr>
            <a:lvl5pPr>
              <a:defRPr sz="6500"/>
            </a:lvl5pPr>
            <a:lvl6pPr>
              <a:defRPr sz="6500"/>
            </a:lvl6pPr>
            <a:lvl7pPr>
              <a:defRPr sz="6500"/>
            </a:lvl7pPr>
            <a:lvl8pPr>
              <a:defRPr sz="6500"/>
            </a:lvl8pPr>
            <a:lvl9pPr>
              <a:defRPr sz="6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420" y="6335385"/>
            <a:ext cx="7036633" cy="20709089"/>
          </a:xfrm>
        </p:spPr>
        <p:txBody>
          <a:bodyPr/>
          <a:lstStyle>
            <a:lvl1pPr marL="0" indent="0">
              <a:buNone/>
              <a:defRPr sz="4500"/>
            </a:lvl1pPr>
            <a:lvl2pPr marL="1475479" indent="0">
              <a:buNone/>
              <a:defRPr sz="3900"/>
            </a:lvl2pPr>
            <a:lvl3pPr marL="2950959" indent="0">
              <a:buNone/>
              <a:defRPr sz="3200"/>
            </a:lvl3pPr>
            <a:lvl4pPr marL="4426438" indent="0">
              <a:buNone/>
              <a:defRPr sz="2900"/>
            </a:lvl4pPr>
            <a:lvl5pPr marL="5901918" indent="0">
              <a:buNone/>
              <a:defRPr sz="2900"/>
            </a:lvl5pPr>
            <a:lvl6pPr marL="7377397" indent="0">
              <a:buNone/>
              <a:defRPr sz="2900"/>
            </a:lvl6pPr>
            <a:lvl7pPr marL="8852876" indent="0">
              <a:buNone/>
              <a:defRPr sz="2900"/>
            </a:lvl7pPr>
            <a:lvl8pPr marL="10328352" indent="0">
              <a:buNone/>
              <a:defRPr sz="2900"/>
            </a:lvl8pPr>
            <a:lvl9pPr marL="11803835" indent="0">
              <a:buNone/>
              <a:defRPr sz="2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1912-636F-4668-9EBC-8A04649C13A1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D7060-EED8-4B5E-9A0B-19E3CAA328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2274" y="21192650"/>
            <a:ext cx="12833033" cy="2501912"/>
          </a:xfrm>
        </p:spPr>
        <p:txBody>
          <a:bodyPr anchor="b"/>
          <a:lstStyle>
            <a:lvl1pPr algn="l">
              <a:defRPr sz="6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2274" y="2705147"/>
            <a:ext cx="12833033" cy="18165128"/>
          </a:xfrm>
        </p:spPr>
        <p:txBody>
          <a:bodyPr/>
          <a:lstStyle>
            <a:lvl1pPr marL="0" indent="0">
              <a:buNone/>
              <a:defRPr sz="10300"/>
            </a:lvl1pPr>
            <a:lvl2pPr marL="1475479" indent="0">
              <a:buNone/>
              <a:defRPr sz="9000"/>
            </a:lvl2pPr>
            <a:lvl3pPr marL="2950959" indent="0">
              <a:buNone/>
              <a:defRPr sz="7700"/>
            </a:lvl3pPr>
            <a:lvl4pPr marL="4426438" indent="0">
              <a:buNone/>
              <a:defRPr sz="6500"/>
            </a:lvl4pPr>
            <a:lvl5pPr marL="5901918" indent="0">
              <a:buNone/>
              <a:defRPr sz="6500"/>
            </a:lvl5pPr>
            <a:lvl6pPr marL="7377397" indent="0">
              <a:buNone/>
              <a:defRPr sz="6500"/>
            </a:lvl6pPr>
            <a:lvl7pPr marL="8852876" indent="0">
              <a:buNone/>
              <a:defRPr sz="6500"/>
            </a:lvl7pPr>
            <a:lvl8pPr marL="10328352" indent="0">
              <a:buNone/>
              <a:defRPr sz="6500"/>
            </a:lvl8pPr>
            <a:lvl9pPr marL="11803835" indent="0">
              <a:buNone/>
              <a:defRPr sz="6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2274" y="23694562"/>
            <a:ext cx="12833033" cy="3553131"/>
          </a:xfrm>
        </p:spPr>
        <p:txBody>
          <a:bodyPr/>
          <a:lstStyle>
            <a:lvl1pPr marL="0" indent="0">
              <a:buNone/>
              <a:defRPr sz="4500"/>
            </a:lvl1pPr>
            <a:lvl2pPr marL="1475479" indent="0">
              <a:buNone/>
              <a:defRPr sz="3900"/>
            </a:lvl2pPr>
            <a:lvl3pPr marL="2950959" indent="0">
              <a:buNone/>
              <a:defRPr sz="3200"/>
            </a:lvl3pPr>
            <a:lvl4pPr marL="4426438" indent="0">
              <a:buNone/>
              <a:defRPr sz="2900"/>
            </a:lvl4pPr>
            <a:lvl5pPr marL="5901918" indent="0">
              <a:buNone/>
              <a:defRPr sz="2900"/>
            </a:lvl5pPr>
            <a:lvl6pPr marL="7377397" indent="0">
              <a:buNone/>
              <a:defRPr sz="2900"/>
            </a:lvl6pPr>
            <a:lvl7pPr marL="8852876" indent="0">
              <a:buNone/>
              <a:defRPr sz="2900"/>
            </a:lvl7pPr>
            <a:lvl8pPr marL="10328352" indent="0">
              <a:buNone/>
              <a:defRPr sz="2900"/>
            </a:lvl8pPr>
            <a:lvl9pPr marL="11803835" indent="0">
              <a:buNone/>
              <a:defRPr sz="2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1912-636F-4668-9EBC-8A04649C13A1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D7060-EED8-4B5E-9A0B-19E3CAA328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1912-636F-4668-9EBC-8A04649C13A1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D7060-EED8-4B5E-9A0B-19E3CAA328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285995" y="5354230"/>
            <a:ext cx="11258610" cy="11400159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02747" y="5354230"/>
            <a:ext cx="33426783" cy="11400159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1912-636F-4668-9EBC-8A04649C13A1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D7060-EED8-4B5E-9A0B-19E3CAA328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419" y="1212412"/>
            <a:ext cx="19249550" cy="5045869"/>
          </a:xfrm>
          <a:prstGeom prst="rect">
            <a:avLst/>
          </a:prstGeom>
        </p:spPr>
        <p:txBody>
          <a:bodyPr vert="horz" lIns="295098" tIns="147549" rIns="295098" bIns="14754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419" y="7064223"/>
            <a:ext cx="19249550" cy="19980241"/>
          </a:xfrm>
          <a:prstGeom prst="rect">
            <a:avLst/>
          </a:prstGeom>
        </p:spPr>
        <p:txBody>
          <a:bodyPr vert="horz" lIns="295098" tIns="147549" rIns="295098" bIns="14754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9419" y="28060639"/>
            <a:ext cx="4990624" cy="1611875"/>
          </a:xfrm>
          <a:prstGeom prst="rect">
            <a:avLst/>
          </a:prstGeom>
        </p:spPr>
        <p:txBody>
          <a:bodyPr vert="horz" lIns="295098" tIns="147549" rIns="295098" bIns="147549" rtlCol="0" anchor="ctr"/>
          <a:lstStyle>
            <a:lvl1pPr algn="l">
              <a:defRPr sz="3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91912-636F-4668-9EBC-8A04649C13A1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307699" y="28060639"/>
            <a:ext cx="6772990" cy="1611875"/>
          </a:xfrm>
          <a:prstGeom prst="rect">
            <a:avLst/>
          </a:prstGeom>
        </p:spPr>
        <p:txBody>
          <a:bodyPr vert="horz" lIns="295098" tIns="147549" rIns="295098" bIns="147549" rtlCol="0" anchor="ctr"/>
          <a:lstStyle>
            <a:lvl1pPr algn="ctr">
              <a:defRPr sz="3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28345" y="28060639"/>
            <a:ext cx="4990624" cy="1611875"/>
          </a:xfrm>
          <a:prstGeom prst="rect">
            <a:avLst/>
          </a:prstGeom>
        </p:spPr>
        <p:txBody>
          <a:bodyPr vert="horz" lIns="295098" tIns="147549" rIns="295098" bIns="147549" rtlCol="0" anchor="ctr"/>
          <a:lstStyle>
            <a:lvl1pPr algn="r">
              <a:defRPr sz="3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4D7060-EED8-4B5E-9A0B-19E3CAA3289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2950959" rtl="0" eaLnBrk="1" latinLnBrk="0" hangingPunct="1">
        <a:spcBef>
          <a:spcPct val="0"/>
        </a:spcBef>
        <a:buNone/>
        <a:defRPr sz="1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06607" indent="-1106607" algn="l" defTabSz="2950959" rtl="0" eaLnBrk="1" latinLnBrk="0" hangingPunct="1">
        <a:spcBef>
          <a:spcPct val="20000"/>
        </a:spcBef>
        <a:buFont typeface="Arial" pitchFamily="34" charset="0"/>
        <a:buChar char="•"/>
        <a:defRPr sz="10300" kern="1200">
          <a:solidFill>
            <a:schemeClr val="tx1"/>
          </a:solidFill>
          <a:latin typeface="+mn-lt"/>
          <a:ea typeface="+mn-ea"/>
          <a:cs typeface="+mn-cs"/>
        </a:defRPr>
      </a:lvl1pPr>
      <a:lvl2pPr marL="2397655" indent="-922176" algn="l" defTabSz="2950959" rtl="0" eaLnBrk="1" latinLnBrk="0" hangingPunct="1">
        <a:spcBef>
          <a:spcPct val="20000"/>
        </a:spcBef>
        <a:buFont typeface="Arial" pitchFamily="34" charset="0"/>
        <a:buChar char="–"/>
        <a:defRPr sz="9000" kern="1200">
          <a:solidFill>
            <a:schemeClr val="tx1"/>
          </a:solidFill>
          <a:latin typeface="+mn-lt"/>
          <a:ea typeface="+mn-ea"/>
          <a:cs typeface="+mn-cs"/>
        </a:defRPr>
      </a:lvl2pPr>
      <a:lvl3pPr marL="3688697" indent="-737735" algn="l" defTabSz="2950959" rtl="0" eaLnBrk="1" latinLnBrk="0" hangingPunct="1">
        <a:spcBef>
          <a:spcPct val="20000"/>
        </a:spcBef>
        <a:buFont typeface="Arial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3pPr>
      <a:lvl4pPr marL="5164173" indent="-737735" algn="l" defTabSz="2950959" rtl="0" eaLnBrk="1" latinLnBrk="0" hangingPunct="1">
        <a:spcBef>
          <a:spcPct val="20000"/>
        </a:spcBef>
        <a:buFont typeface="Arial" pitchFamily="34" charset="0"/>
        <a:buChar char="–"/>
        <a:defRPr sz="6500" kern="1200">
          <a:solidFill>
            <a:schemeClr val="tx1"/>
          </a:solidFill>
          <a:latin typeface="+mn-lt"/>
          <a:ea typeface="+mn-ea"/>
          <a:cs typeface="+mn-cs"/>
        </a:defRPr>
      </a:lvl4pPr>
      <a:lvl5pPr marL="6639652" indent="-737735" algn="l" defTabSz="2950959" rtl="0" eaLnBrk="1" latinLnBrk="0" hangingPunct="1">
        <a:spcBef>
          <a:spcPct val="20000"/>
        </a:spcBef>
        <a:buFont typeface="Arial" pitchFamily="34" charset="0"/>
        <a:buChar char="»"/>
        <a:defRPr sz="6500" kern="1200">
          <a:solidFill>
            <a:schemeClr val="tx1"/>
          </a:solidFill>
          <a:latin typeface="+mn-lt"/>
          <a:ea typeface="+mn-ea"/>
          <a:cs typeface="+mn-cs"/>
        </a:defRPr>
      </a:lvl5pPr>
      <a:lvl6pPr marL="8115132" indent="-737735" algn="l" defTabSz="2950959" rtl="0" eaLnBrk="1" latinLnBrk="0" hangingPunct="1">
        <a:spcBef>
          <a:spcPct val="20000"/>
        </a:spcBef>
        <a:buFont typeface="Arial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6pPr>
      <a:lvl7pPr marL="9590611" indent="-737735" algn="l" defTabSz="2950959" rtl="0" eaLnBrk="1" latinLnBrk="0" hangingPunct="1">
        <a:spcBef>
          <a:spcPct val="20000"/>
        </a:spcBef>
        <a:buFont typeface="Arial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7pPr>
      <a:lvl8pPr marL="11066091" indent="-737735" algn="l" defTabSz="2950959" rtl="0" eaLnBrk="1" latinLnBrk="0" hangingPunct="1">
        <a:spcBef>
          <a:spcPct val="20000"/>
        </a:spcBef>
        <a:buFont typeface="Arial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8pPr>
      <a:lvl9pPr marL="12541570" indent="-737735" algn="l" defTabSz="2950959" rtl="0" eaLnBrk="1" latinLnBrk="0" hangingPunct="1">
        <a:spcBef>
          <a:spcPct val="20000"/>
        </a:spcBef>
        <a:buFont typeface="Arial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5095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1pPr>
      <a:lvl2pPr marL="1475479" algn="l" defTabSz="295095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2pPr>
      <a:lvl3pPr marL="2950959" algn="l" defTabSz="295095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3pPr>
      <a:lvl4pPr marL="4426438" algn="l" defTabSz="295095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4pPr>
      <a:lvl5pPr marL="5901918" algn="l" defTabSz="295095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5pPr>
      <a:lvl6pPr marL="7377397" algn="l" defTabSz="295095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6pPr>
      <a:lvl7pPr marL="8852876" algn="l" defTabSz="295095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7pPr>
      <a:lvl8pPr marL="10328352" algn="l" defTabSz="295095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8pPr>
      <a:lvl9pPr marL="11803835" algn="l" defTabSz="295095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jpg"/><Relationship Id="rId10" Type="http://schemas.openxmlformats.org/officeDocument/2006/relationships/image" Target="../media/image7.png"/><Relationship Id="rId4" Type="http://schemas.openxmlformats.org/officeDocument/2006/relationships/hyperlink" Target="https://e-votingresearch.org/" TargetMode="External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5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33085"/>
            <a:ext cx="21388388" cy="4536820"/>
            <a:chOff x="0" y="-3312"/>
            <a:chExt cx="21388388" cy="367666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21388388" cy="3673348"/>
            </a:xfrm>
            <a:prstGeom prst="rect">
              <a:avLst/>
            </a:prstGeom>
            <a:solidFill>
              <a:srgbClr val="1841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noFill/>
              </a:endParaRPr>
            </a:p>
          </p:txBody>
        </p:sp>
        <p:sp>
          <p:nvSpPr>
            <p:cNvPr id="16" name="Right Triangle 15"/>
            <p:cNvSpPr/>
            <p:nvPr/>
          </p:nvSpPr>
          <p:spPr>
            <a:xfrm flipH="1">
              <a:off x="12751594" y="-3312"/>
              <a:ext cx="8636794" cy="3676660"/>
            </a:xfrm>
            <a:prstGeom prst="rtTriangle">
              <a:avLst/>
            </a:prstGeom>
            <a:solidFill>
              <a:srgbClr val="225F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9253" y="-29563"/>
            <a:ext cx="3362146" cy="475183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6277" y="292490"/>
            <a:ext cx="147555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E‑Voting Systems: The Future of Secure and Transparent Elections</a:t>
            </a:r>
            <a:endParaRPr lang="en-US" sz="5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71950" y="1867195"/>
            <a:ext cx="15394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solidFill>
                  <a:schemeClr val="bg1"/>
                </a:solidFill>
              </a:rPr>
              <a:t>Empowering democracy with secure, efficient, and trusted digital voting platforms.</a:t>
            </a:r>
            <a:endParaRPr lang="en-US" sz="2800" i="1" dirty="0"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2778" y="2430688"/>
            <a:ext cx="7579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36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Rifat</a:t>
            </a: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Hossain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33986" y="3003370"/>
            <a:ext cx="7579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ID: 2004129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19381" y="3475570"/>
            <a:ext cx="9036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CUET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26277" y="3944159"/>
            <a:ext cx="7579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Chattogram-4349, Bangladesh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nip Single Corner Rectangle 25"/>
          <p:cNvSpPr/>
          <p:nvPr/>
        </p:nvSpPr>
        <p:spPr>
          <a:xfrm rot="5400000">
            <a:off x="260108" y="5007946"/>
            <a:ext cx="10550556" cy="10165215"/>
          </a:xfrm>
          <a:prstGeom prst="snip1Rect">
            <a:avLst>
              <a:gd name="adj" fmla="val 2631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779682" y="6563055"/>
            <a:ext cx="956541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/>
              <a:t>Definition</a:t>
            </a:r>
          </a:p>
          <a:p>
            <a:pPr algn="just"/>
            <a:r>
              <a:rPr lang="en-US" sz="2400" b="1" dirty="0"/>
              <a:t>E‑Voting (Electronic Voting)</a:t>
            </a:r>
            <a:r>
              <a:rPr lang="en-US" sz="2400" dirty="0"/>
              <a:t> refers to the use of electronic systems and digital technologies to cast and/or count votes. It encompasses various methods, from voting on dedicated machines in polling stations to online voting via secure web portals.</a:t>
            </a:r>
          </a:p>
          <a:p>
            <a:pPr algn="just"/>
            <a:r>
              <a:rPr lang="en-US" sz="3200" b="1" dirty="0"/>
              <a:t>Importance</a:t>
            </a:r>
          </a:p>
          <a:p>
            <a:pPr algn="just"/>
            <a:r>
              <a:rPr lang="en-US" sz="2400" b="1" dirty="0"/>
              <a:t>Efficiency</a:t>
            </a:r>
            <a:r>
              <a:rPr lang="en-US" sz="2400" dirty="0"/>
              <a:t>: Speeds up vote counting and reduces manual errors.</a:t>
            </a:r>
          </a:p>
          <a:p>
            <a:pPr algn="just"/>
            <a:r>
              <a:rPr lang="en-US" sz="2400" b="1" dirty="0"/>
              <a:t>Accessibility</a:t>
            </a:r>
            <a:r>
              <a:rPr lang="en-US" sz="2400" dirty="0"/>
              <a:t>: Allows people with disabilities or remote voters (e.g., overseas citizens) to participate more easily.</a:t>
            </a:r>
          </a:p>
          <a:p>
            <a:pPr algn="just"/>
            <a:r>
              <a:rPr lang="en-US" sz="2400" b="1" dirty="0"/>
              <a:t>Transparency</a:t>
            </a:r>
            <a:r>
              <a:rPr lang="en-US" sz="2400" dirty="0"/>
              <a:t>: Potential for verifiable voting records and audit trails.</a:t>
            </a:r>
          </a:p>
          <a:p>
            <a:pPr algn="just"/>
            <a:r>
              <a:rPr lang="en-US" sz="2400" b="1" dirty="0"/>
              <a:t>Cost Reduction</a:t>
            </a:r>
            <a:r>
              <a:rPr lang="en-US" sz="2400" dirty="0"/>
              <a:t>: Decreases the need for extensive physical infrastructure (paper ballots, large venues, etc.).</a:t>
            </a:r>
          </a:p>
          <a:p>
            <a:pPr algn="just"/>
            <a:r>
              <a:rPr lang="en-US" sz="3200" b="1" dirty="0"/>
              <a:t>Challenges</a:t>
            </a:r>
          </a:p>
          <a:p>
            <a:pPr algn="just"/>
            <a:r>
              <a:rPr lang="en-US" sz="2400" b="1" dirty="0"/>
              <a:t>Security &amp; Privacy</a:t>
            </a:r>
            <a:r>
              <a:rPr lang="en-US" sz="2400" dirty="0"/>
              <a:t>: Ensuring votes cannot be tampered with or traced back to the voter.</a:t>
            </a:r>
          </a:p>
          <a:p>
            <a:pPr algn="just"/>
            <a:r>
              <a:rPr lang="en-US" sz="2400" b="1" dirty="0"/>
              <a:t>Technological Barriers</a:t>
            </a:r>
            <a:r>
              <a:rPr lang="en-US" sz="2400" dirty="0"/>
              <a:t>: Internet reliability, device compatibility, and digital literacy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grpSp>
        <p:nvGrpSpPr>
          <p:cNvPr id="226" name="Group 225"/>
          <p:cNvGrpSpPr/>
          <p:nvPr/>
        </p:nvGrpSpPr>
        <p:grpSpPr>
          <a:xfrm>
            <a:off x="464249" y="4815276"/>
            <a:ext cx="10153745" cy="1520323"/>
            <a:chOff x="599212" y="5548661"/>
            <a:chExt cx="10362406" cy="1800608"/>
          </a:xfrm>
        </p:grpSpPr>
        <p:sp>
          <p:nvSpPr>
            <p:cNvPr id="28" name="Rectangle 27"/>
            <p:cNvSpPr/>
            <p:nvPr/>
          </p:nvSpPr>
          <p:spPr>
            <a:xfrm>
              <a:off x="599212" y="5548661"/>
              <a:ext cx="10362406" cy="1800608"/>
            </a:xfrm>
            <a:prstGeom prst="rect">
              <a:avLst/>
            </a:prstGeom>
            <a:solidFill>
              <a:srgbClr val="184140"/>
            </a:solidFill>
            <a:ln>
              <a:solidFill>
                <a:srgbClr val="1841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ight Triangle 28"/>
            <p:cNvSpPr/>
            <p:nvPr/>
          </p:nvSpPr>
          <p:spPr>
            <a:xfrm flipH="1">
              <a:off x="6999218" y="5576917"/>
              <a:ext cx="3962400" cy="1772352"/>
            </a:xfrm>
            <a:prstGeom prst="rtTriangle">
              <a:avLst/>
            </a:prstGeom>
            <a:solidFill>
              <a:srgbClr val="225F5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779682" y="13241755"/>
            <a:ext cx="7379973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400" b="1" dirty="0">
                <a:solidFill>
                  <a:prstClr val="black"/>
                </a:solidFill>
              </a:rPr>
              <a:t>Public Trust</a:t>
            </a:r>
            <a:r>
              <a:rPr lang="en-US" sz="2400" dirty="0">
                <a:solidFill>
                  <a:prstClr val="black"/>
                </a:solidFill>
              </a:rPr>
              <a:t>: Overcoming skepticism about the integrity of electronic systems.</a:t>
            </a:r>
          </a:p>
          <a:p>
            <a:pPr lvl="0" algn="just"/>
            <a:r>
              <a:rPr lang="en-US" sz="2400" b="1" dirty="0">
                <a:solidFill>
                  <a:prstClr val="black"/>
                </a:solidFill>
              </a:rPr>
              <a:t>Regulatory and Legal Hurdles</a:t>
            </a:r>
            <a:r>
              <a:rPr lang="en-US" sz="2400" dirty="0">
                <a:solidFill>
                  <a:prstClr val="black"/>
                </a:solidFill>
              </a:rPr>
              <a:t>: Aligning with election laws, data protection, and privacy requirements across jurisdictions.</a:t>
            </a:r>
          </a:p>
          <a:p>
            <a:endParaRPr lang="en-US" dirty="0"/>
          </a:p>
        </p:txBody>
      </p:sp>
      <p:sp>
        <p:nvSpPr>
          <p:cNvPr id="224" name="TextBox 223"/>
          <p:cNvSpPr txBox="1"/>
          <p:nvPr/>
        </p:nvSpPr>
        <p:spPr>
          <a:xfrm>
            <a:off x="2401787" y="5289489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spc="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Introduction</a:t>
            </a:r>
            <a:endParaRPr lang="en-US" sz="3200" spc="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7" name="Rectangle 226"/>
          <p:cNvSpPr/>
          <p:nvPr/>
        </p:nvSpPr>
        <p:spPr>
          <a:xfrm>
            <a:off x="0" y="27230339"/>
            <a:ext cx="21388388" cy="3044874"/>
          </a:xfrm>
          <a:prstGeom prst="rect">
            <a:avLst/>
          </a:prstGeom>
          <a:solidFill>
            <a:srgbClr val="225F5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Rectangle 227"/>
          <p:cNvSpPr/>
          <p:nvPr/>
        </p:nvSpPr>
        <p:spPr>
          <a:xfrm>
            <a:off x="10922794" y="4815275"/>
            <a:ext cx="9982994" cy="78839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10903269" y="4839135"/>
            <a:ext cx="10002519" cy="1557748"/>
          </a:xfrm>
          <a:prstGeom prst="rect">
            <a:avLst/>
          </a:prstGeom>
          <a:solidFill>
            <a:srgbClr val="184140"/>
          </a:solidFill>
          <a:ln>
            <a:solidFill>
              <a:srgbClr val="1841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ight Triangle 79"/>
          <p:cNvSpPr/>
          <p:nvPr/>
        </p:nvSpPr>
        <p:spPr>
          <a:xfrm flipH="1">
            <a:off x="16945464" y="4863580"/>
            <a:ext cx="3960324" cy="1533303"/>
          </a:xfrm>
          <a:prstGeom prst="rtTriangle">
            <a:avLst/>
          </a:prstGeom>
          <a:solidFill>
            <a:srgbClr val="225F5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13341584" y="5294978"/>
            <a:ext cx="61553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spc="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Technology</a:t>
            </a:r>
            <a:endParaRPr lang="en-US" sz="3200" spc="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9" name="TextBox 228"/>
          <p:cNvSpPr txBox="1"/>
          <p:nvPr/>
        </p:nvSpPr>
        <p:spPr>
          <a:xfrm>
            <a:off x="11256328" y="6766726"/>
            <a:ext cx="9296400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err="1"/>
              <a:t>Blockchain</a:t>
            </a:r>
            <a:r>
              <a:rPr lang="en-US" sz="2400" b="1" dirty="0"/>
              <a:t>‑Based Systems</a:t>
            </a:r>
            <a:r>
              <a:rPr lang="en-US" sz="2400" dirty="0"/>
              <a:t>: Provide decentralized, tamper‑evident ledgers for secure vote recording</a:t>
            </a:r>
            <a:r>
              <a:rPr lang="en-US" sz="2400" dirty="0" smtClean="0"/>
              <a:t>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1" dirty="0"/>
              <a:t>End‑to‑End Encryption</a:t>
            </a:r>
            <a:r>
              <a:rPr lang="en-US" sz="2400" dirty="0"/>
              <a:t>: Protects the confidentiality of votes during transmission and storage</a:t>
            </a:r>
            <a:r>
              <a:rPr lang="en-US" sz="2400" dirty="0" smtClean="0"/>
              <a:t>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1" dirty="0"/>
              <a:t>Biometric Verification</a:t>
            </a:r>
            <a:r>
              <a:rPr lang="en-US" sz="2400" dirty="0"/>
              <a:t>: Ensures only eligible voters can cast ballots (e.g., fingerprint, facial recognition</a:t>
            </a:r>
            <a:r>
              <a:rPr lang="en-US" sz="2400" dirty="0" smtClean="0"/>
              <a:t>).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1" dirty="0"/>
              <a:t>Secure Hardware</a:t>
            </a:r>
            <a:r>
              <a:rPr lang="en-US" sz="2400" dirty="0"/>
              <a:t>: Specialized voting machines with built‑in security modules to prevent hacking</a:t>
            </a:r>
            <a:r>
              <a:rPr lang="en-US" sz="2400" dirty="0" smtClean="0"/>
              <a:t>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1" dirty="0"/>
              <a:t>Cryptographic Protocols (e.g., Homomorphic </a:t>
            </a:r>
            <a:r>
              <a:rPr lang="en-US" sz="2400" b="1" dirty="0" smtClean="0"/>
              <a:t>Encryption)</a:t>
            </a:r>
            <a:r>
              <a:rPr lang="en-US" sz="2400" dirty="0" smtClean="0"/>
              <a:t>: Enables </a:t>
            </a:r>
            <a:r>
              <a:rPr lang="en-US" sz="2400" dirty="0"/>
              <a:t>counting votes without revealing individual selections</a:t>
            </a:r>
            <a:r>
              <a:rPr lang="en-US" sz="2400" dirty="0" smtClean="0"/>
              <a:t>.</a:t>
            </a:r>
            <a:endParaRPr lang="en-US" sz="2400" dirty="0"/>
          </a:p>
          <a:p>
            <a:endParaRPr lang="en-US" dirty="0"/>
          </a:p>
        </p:txBody>
      </p:sp>
      <p:sp>
        <p:nvSpPr>
          <p:cNvPr id="230" name="Snip Single Corner Rectangle 229"/>
          <p:cNvSpPr/>
          <p:nvPr/>
        </p:nvSpPr>
        <p:spPr>
          <a:xfrm flipH="1">
            <a:off x="8069403" y="12965189"/>
            <a:ext cx="12836384" cy="7635560"/>
          </a:xfrm>
          <a:prstGeom prst="snip1Rect">
            <a:avLst>
              <a:gd name="adj" fmla="val 35264"/>
            </a:avLst>
          </a:prstGeom>
          <a:solidFill>
            <a:srgbClr val="F2F2F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1" name="Rectangle 230"/>
          <p:cNvSpPr/>
          <p:nvPr/>
        </p:nvSpPr>
        <p:spPr>
          <a:xfrm>
            <a:off x="501089" y="15641470"/>
            <a:ext cx="7293376" cy="43405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TextBox 231"/>
          <p:cNvSpPr txBox="1"/>
          <p:nvPr/>
        </p:nvSpPr>
        <p:spPr>
          <a:xfrm>
            <a:off x="781454" y="16633946"/>
            <a:ext cx="6855682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National and Local Government Elections</a:t>
            </a:r>
            <a:r>
              <a:rPr lang="en-US" sz="2400" dirty="0"/>
              <a:t>: Streamline large‑scale voting processes.</a:t>
            </a:r>
          </a:p>
          <a:p>
            <a:pPr algn="just"/>
            <a:r>
              <a:rPr lang="en-US" sz="2400" b="1" dirty="0"/>
              <a:t>University / Student Elections</a:t>
            </a:r>
            <a:r>
              <a:rPr lang="en-US" sz="2400" dirty="0"/>
              <a:t>: Encourage higher participation, especially for remote or busy students.</a:t>
            </a:r>
          </a:p>
          <a:p>
            <a:pPr algn="just"/>
            <a:r>
              <a:rPr lang="en-US" sz="2400" b="1" dirty="0"/>
              <a:t>Corporate Governance</a:t>
            </a:r>
            <a:r>
              <a:rPr lang="en-US" sz="2400" dirty="0"/>
              <a:t>: Shareholder voting, board elections, and company decisions.</a:t>
            </a:r>
          </a:p>
          <a:p>
            <a:pPr algn="just"/>
            <a:r>
              <a:rPr lang="en-US" sz="2400" b="1" dirty="0"/>
              <a:t>Professional Associations and Unions</a:t>
            </a:r>
            <a:r>
              <a:rPr lang="en-US" sz="2400" dirty="0"/>
              <a:t>: Faster, more accessible ways to collect and tally votes.</a:t>
            </a:r>
          </a:p>
          <a:p>
            <a:endParaRPr lang="en-US" dirty="0"/>
          </a:p>
        </p:txBody>
      </p:sp>
      <p:grpSp>
        <p:nvGrpSpPr>
          <p:cNvPr id="89" name="Group 88"/>
          <p:cNvGrpSpPr/>
          <p:nvPr/>
        </p:nvGrpSpPr>
        <p:grpSpPr>
          <a:xfrm>
            <a:off x="501089" y="15660540"/>
            <a:ext cx="7293376" cy="936016"/>
            <a:chOff x="599212" y="5548661"/>
            <a:chExt cx="10362406" cy="1800608"/>
          </a:xfrm>
        </p:grpSpPr>
        <p:sp>
          <p:nvSpPr>
            <p:cNvPr id="90" name="Rectangle 89"/>
            <p:cNvSpPr/>
            <p:nvPr/>
          </p:nvSpPr>
          <p:spPr>
            <a:xfrm>
              <a:off x="599212" y="5548661"/>
              <a:ext cx="10362406" cy="1800608"/>
            </a:xfrm>
            <a:prstGeom prst="rect">
              <a:avLst/>
            </a:prstGeom>
            <a:solidFill>
              <a:srgbClr val="184140"/>
            </a:solidFill>
            <a:ln>
              <a:solidFill>
                <a:srgbClr val="1841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ight Triangle 90"/>
            <p:cNvSpPr/>
            <p:nvPr/>
          </p:nvSpPr>
          <p:spPr>
            <a:xfrm flipH="1">
              <a:off x="6999218" y="5576917"/>
              <a:ext cx="3962400" cy="1772352"/>
            </a:xfrm>
            <a:prstGeom prst="rtTriangle">
              <a:avLst/>
            </a:prstGeom>
            <a:solidFill>
              <a:srgbClr val="225F5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2" name="TextBox 91"/>
          <p:cNvSpPr txBox="1"/>
          <p:nvPr/>
        </p:nvSpPr>
        <p:spPr>
          <a:xfrm>
            <a:off x="779682" y="15642449"/>
            <a:ext cx="61679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pc="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Potential Application Areas</a:t>
            </a:r>
            <a:endParaRPr lang="en-US" sz="2800" spc="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3" name="Rectangle 232"/>
          <p:cNvSpPr/>
          <p:nvPr/>
        </p:nvSpPr>
        <p:spPr>
          <a:xfrm>
            <a:off x="13594715" y="20868098"/>
            <a:ext cx="7340942" cy="61285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3" name="Group 92"/>
          <p:cNvGrpSpPr/>
          <p:nvPr/>
        </p:nvGrpSpPr>
        <p:grpSpPr>
          <a:xfrm>
            <a:off x="13611263" y="20886838"/>
            <a:ext cx="7293376" cy="936016"/>
            <a:chOff x="599212" y="5548661"/>
            <a:chExt cx="10362406" cy="1800608"/>
          </a:xfrm>
        </p:grpSpPr>
        <p:sp>
          <p:nvSpPr>
            <p:cNvPr id="94" name="Rectangle 93"/>
            <p:cNvSpPr/>
            <p:nvPr/>
          </p:nvSpPr>
          <p:spPr>
            <a:xfrm>
              <a:off x="599212" y="5548661"/>
              <a:ext cx="10362406" cy="1800608"/>
            </a:xfrm>
            <a:prstGeom prst="rect">
              <a:avLst/>
            </a:prstGeom>
            <a:solidFill>
              <a:srgbClr val="184140"/>
            </a:solidFill>
            <a:ln>
              <a:solidFill>
                <a:srgbClr val="1841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ight Triangle 94"/>
            <p:cNvSpPr/>
            <p:nvPr/>
          </p:nvSpPr>
          <p:spPr>
            <a:xfrm flipH="1">
              <a:off x="6999218" y="5576917"/>
              <a:ext cx="3962400" cy="1772352"/>
            </a:xfrm>
            <a:prstGeom prst="rtTriangle">
              <a:avLst/>
            </a:prstGeom>
            <a:solidFill>
              <a:srgbClr val="225F5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6" name="TextBox 95"/>
          <p:cNvSpPr txBox="1"/>
          <p:nvPr/>
        </p:nvSpPr>
        <p:spPr>
          <a:xfrm>
            <a:off x="14669537" y="20849120"/>
            <a:ext cx="61027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pc="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Additional Information</a:t>
            </a:r>
            <a:endParaRPr lang="en-US" sz="2800" spc="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9" name="TextBox 238"/>
          <p:cNvSpPr txBox="1"/>
          <p:nvPr/>
        </p:nvSpPr>
        <p:spPr>
          <a:xfrm>
            <a:off x="13751608" y="21817915"/>
            <a:ext cx="694310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Benefits of E-Voting:</a:t>
            </a:r>
          </a:p>
          <a:p>
            <a:pPr algn="just"/>
            <a:r>
              <a:rPr lang="en-US" sz="2400" dirty="0" smtClean="0"/>
              <a:t>-Reduces </a:t>
            </a:r>
            <a:r>
              <a:rPr lang="en-US" sz="2400" dirty="0"/>
              <a:t>logistical challenges like printing and </a:t>
            </a:r>
            <a:r>
              <a:rPr lang="en-US" sz="2400" dirty="0" smtClean="0"/>
              <a:t>transporting </a:t>
            </a:r>
            <a:r>
              <a:rPr lang="en-US" sz="2400" dirty="0"/>
              <a:t>ballots.</a:t>
            </a:r>
          </a:p>
          <a:p>
            <a:pPr algn="just"/>
            <a:r>
              <a:rPr lang="en-US" sz="2400" dirty="0" smtClean="0"/>
              <a:t>-Environmentally </a:t>
            </a:r>
            <a:r>
              <a:rPr lang="en-US" sz="2400" dirty="0"/>
              <a:t>friendly (less paper use).</a:t>
            </a:r>
          </a:p>
          <a:p>
            <a:pPr algn="just"/>
            <a:r>
              <a:rPr lang="en-US" sz="2400" dirty="0" smtClean="0"/>
              <a:t>-Promotes </a:t>
            </a:r>
            <a:r>
              <a:rPr lang="en-US" sz="2400" dirty="0"/>
              <a:t>voter inclusivity (e.g., for overseas voters).</a:t>
            </a:r>
          </a:p>
          <a:p>
            <a:pPr algn="just"/>
            <a:r>
              <a:rPr lang="en-US" sz="2400" b="1" dirty="0"/>
              <a:t>Risks and Mitigation:</a:t>
            </a:r>
          </a:p>
          <a:p>
            <a:pPr algn="just"/>
            <a:r>
              <a:rPr lang="en-US" sz="2400" i="1" u="sng" dirty="0"/>
              <a:t>Risk: </a:t>
            </a:r>
            <a:r>
              <a:rPr lang="en-US" sz="2400" dirty="0"/>
              <a:t>Cyberattacks. </a:t>
            </a:r>
            <a:r>
              <a:rPr lang="en-US" sz="2400" i="1" u="sng" dirty="0"/>
              <a:t>Solution: </a:t>
            </a:r>
            <a:r>
              <a:rPr lang="en-US" sz="2400" dirty="0"/>
              <a:t>Advanced firewalls and penetration testing.</a:t>
            </a:r>
          </a:p>
          <a:p>
            <a:pPr algn="just"/>
            <a:r>
              <a:rPr lang="en-US" sz="2400" i="1" u="sng" dirty="0"/>
              <a:t>Risk: </a:t>
            </a:r>
            <a:r>
              <a:rPr lang="en-US" sz="2400" dirty="0"/>
              <a:t>Digital divide. </a:t>
            </a:r>
            <a:r>
              <a:rPr lang="en-US" sz="2400" i="1" u="sng" dirty="0"/>
              <a:t>Solution: </a:t>
            </a:r>
            <a:r>
              <a:rPr lang="en-US" sz="2400" dirty="0"/>
              <a:t>Parallel traditional voting options</a:t>
            </a:r>
            <a:r>
              <a:rPr lang="en-US" sz="2400" dirty="0" smtClean="0"/>
              <a:t>.</a:t>
            </a:r>
          </a:p>
          <a:p>
            <a:pPr algn="just"/>
            <a:r>
              <a:rPr lang="en-US" sz="2400" b="1" dirty="0"/>
              <a:t>Pilot Programs: </a:t>
            </a:r>
            <a:r>
              <a:rPr lang="en-US" sz="2400" dirty="0" smtClean="0"/>
              <a:t>Numerous </a:t>
            </a:r>
            <a:r>
              <a:rPr lang="en-US" sz="2400" dirty="0"/>
              <a:t>countries test </a:t>
            </a:r>
            <a:r>
              <a:rPr lang="en-US" sz="2400" dirty="0" smtClean="0"/>
              <a:t>e‑voting </a:t>
            </a:r>
            <a:r>
              <a:rPr lang="en-US" sz="2400" dirty="0"/>
              <a:t>to gauge reliability and user satisfaction.</a:t>
            </a:r>
          </a:p>
          <a:p>
            <a:pPr algn="just"/>
            <a:r>
              <a:rPr lang="en-US" sz="2400" b="1" dirty="0" smtClean="0">
                <a:solidFill>
                  <a:srgbClr val="222222"/>
                </a:solidFill>
                <a:latin typeface="+mj-lt"/>
              </a:rPr>
              <a:t>Future </a:t>
            </a:r>
            <a:r>
              <a:rPr lang="en-US" sz="2400" b="1" dirty="0">
                <a:solidFill>
                  <a:srgbClr val="222222"/>
                </a:solidFill>
                <a:latin typeface="+mj-lt"/>
              </a:rPr>
              <a:t>Trends</a:t>
            </a:r>
            <a:r>
              <a:rPr lang="en-US" sz="2400" dirty="0">
                <a:solidFill>
                  <a:srgbClr val="222222"/>
                </a:solidFill>
                <a:latin typeface="+mj-lt"/>
              </a:rPr>
              <a:t>: Potential integration with AI for anomaly detection in voting patterns.</a:t>
            </a:r>
          </a:p>
          <a:p>
            <a:pPr algn="just"/>
            <a:endParaRPr lang="en-US" sz="2400" dirty="0"/>
          </a:p>
        </p:txBody>
      </p:sp>
      <p:sp>
        <p:nvSpPr>
          <p:cNvPr id="240" name="L-Shape 239"/>
          <p:cNvSpPr/>
          <p:nvPr/>
        </p:nvSpPr>
        <p:spPr>
          <a:xfrm>
            <a:off x="251302" y="20257699"/>
            <a:ext cx="12901621" cy="6738910"/>
          </a:xfrm>
          <a:prstGeom prst="corner">
            <a:avLst>
              <a:gd name="adj1" fmla="val 90714"/>
              <a:gd name="adj2" fmla="val 112265"/>
            </a:avLst>
          </a:prstGeom>
          <a:solidFill>
            <a:srgbClr val="F2F2F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TextBox 240"/>
          <p:cNvSpPr txBox="1"/>
          <p:nvPr/>
        </p:nvSpPr>
        <p:spPr>
          <a:xfrm>
            <a:off x="501089" y="27580767"/>
            <a:ext cx="729337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pc="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Conclusion</a:t>
            </a:r>
          </a:p>
          <a:p>
            <a:r>
              <a:rPr lang="en-US" sz="2400" b="1" dirty="0" smtClean="0">
                <a:solidFill>
                  <a:schemeClr val="bg1"/>
                </a:solidFill>
              </a:rPr>
              <a:t>Vision</a:t>
            </a:r>
            <a:r>
              <a:rPr lang="en-US" sz="2400" dirty="0">
                <a:solidFill>
                  <a:schemeClr val="bg1"/>
                </a:solidFill>
              </a:rPr>
              <a:t>: E‑voting systems promise more accessible, faster, and verifiable elections.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Evolution</a:t>
            </a:r>
            <a:r>
              <a:rPr lang="en-US" sz="2400" dirty="0">
                <a:solidFill>
                  <a:schemeClr val="bg1"/>
                </a:solidFill>
              </a:rPr>
              <a:t>: As technology matures and public trust grows, e‑voting could become a standard practice worldwide.</a:t>
            </a:r>
          </a:p>
          <a:p>
            <a:endParaRPr lang="en-US" dirty="0"/>
          </a:p>
        </p:txBody>
      </p:sp>
      <p:sp>
        <p:nvSpPr>
          <p:cNvPr id="242" name="Rounded Rectangle 241"/>
          <p:cNvSpPr/>
          <p:nvPr/>
        </p:nvSpPr>
        <p:spPr>
          <a:xfrm>
            <a:off x="13751608" y="27580767"/>
            <a:ext cx="7153031" cy="788617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/>
          <p:cNvSpPr txBox="1"/>
          <p:nvPr/>
        </p:nvSpPr>
        <p:spPr>
          <a:xfrm>
            <a:off x="13751608" y="27180974"/>
            <a:ext cx="72933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 smtClean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bg1"/>
                </a:solidFill>
              </a:rPr>
              <a:t>Secure</a:t>
            </a:r>
            <a:r>
              <a:rPr lang="en-US" sz="2400" dirty="0">
                <a:solidFill>
                  <a:schemeClr val="bg1"/>
                </a:solidFill>
              </a:rPr>
              <a:t>, transparent, and inclusive e‑voting systems are a critical step toward strengthening modern democracy.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9455897" y="27634591"/>
            <a:ext cx="5272181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pc="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Keyword</a:t>
            </a:r>
            <a:endParaRPr lang="en-US" sz="2400" dirty="0" smtClean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bg1"/>
                </a:solidFill>
              </a:rPr>
              <a:t>-Cryptography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bg1"/>
                </a:solidFill>
              </a:rPr>
              <a:t>-</a:t>
            </a:r>
            <a:r>
              <a:rPr lang="en-US" sz="2400" dirty="0" err="1" smtClean="0">
                <a:solidFill>
                  <a:schemeClr val="bg1"/>
                </a:solidFill>
              </a:rPr>
              <a:t>Blockchain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en-US" sz="2400" dirty="0" smtClean="0">
                <a:solidFill>
                  <a:schemeClr val="bg1"/>
                </a:solidFill>
              </a:rPr>
              <a:t>Transparency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bg1"/>
                </a:solidFill>
              </a:rPr>
              <a:t>-Cybersecurity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bg1"/>
                </a:solidFill>
              </a:rPr>
              <a:t>-Democracy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107" name="TextBox 106"/>
          <p:cNvSpPr txBox="1"/>
          <p:nvPr/>
        </p:nvSpPr>
        <p:spPr>
          <a:xfrm>
            <a:off x="13751608" y="28476007"/>
            <a:ext cx="9296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URL, Emails, and Others</a:t>
            </a:r>
          </a:p>
          <a:p>
            <a:r>
              <a:rPr lang="en-US" sz="2400" dirty="0">
                <a:solidFill>
                  <a:schemeClr val="bg1"/>
                </a:solidFill>
              </a:rPr>
              <a:t>Reference links: </a:t>
            </a:r>
            <a:r>
              <a:rPr lang="en-US" sz="2400" dirty="0">
                <a:solidFill>
                  <a:schemeClr val="bg1"/>
                </a:solidFill>
                <a:hlinkClick r:id="rId4"/>
              </a:rPr>
              <a:t>e-votingresearch.org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bg1"/>
                </a:solidFill>
              </a:rPr>
              <a:t>My Email: rifat8851@gmail.com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108" name="Picture 10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331" y="13471330"/>
            <a:ext cx="5006625" cy="3076186"/>
          </a:xfrm>
          <a:prstGeom prst="rect">
            <a:avLst/>
          </a:prstGeom>
        </p:spPr>
      </p:pic>
      <p:pic>
        <p:nvPicPr>
          <p:cNvPr id="111" name="Picture 1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9279" y="16957223"/>
            <a:ext cx="4562305" cy="3098350"/>
          </a:xfrm>
          <a:prstGeom prst="rect">
            <a:avLst/>
          </a:prstGeom>
        </p:spPr>
      </p:pic>
      <p:pic>
        <p:nvPicPr>
          <p:cNvPr id="114" name="Picture 1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5010" y="16756728"/>
            <a:ext cx="2954172" cy="2093170"/>
          </a:xfrm>
          <a:prstGeom prst="rect">
            <a:avLst/>
          </a:prstGeom>
        </p:spPr>
      </p:pic>
      <p:pic>
        <p:nvPicPr>
          <p:cNvPr id="115" name="Picture 11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2601" y="16830475"/>
            <a:ext cx="3374164" cy="3448217"/>
          </a:xfrm>
          <a:prstGeom prst="rect">
            <a:avLst/>
          </a:prstGeom>
        </p:spPr>
      </p:pic>
      <p:pic>
        <p:nvPicPr>
          <p:cNvPr id="116" name="Picture 1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9169" y="13561458"/>
            <a:ext cx="5360337" cy="2833691"/>
          </a:xfrm>
          <a:prstGeom prst="rect">
            <a:avLst/>
          </a:prstGeom>
        </p:spPr>
      </p:pic>
      <p:pic>
        <p:nvPicPr>
          <p:cNvPr id="117" name="Picture 11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966" y="21106890"/>
            <a:ext cx="9888909" cy="5635709"/>
          </a:xfrm>
          <a:prstGeom prst="rect">
            <a:avLst/>
          </a:prstGeom>
        </p:spPr>
      </p:pic>
      <p:pic>
        <p:nvPicPr>
          <p:cNvPr id="118" name="Picture 1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070" y="20622851"/>
            <a:ext cx="2457450" cy="59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439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4950</TotalTime>
  <Words>380</Words>
  <Application>Microsoft Office PowerPoint</Application>
  <PresentationFormat>Custom</PresentationFormat>
  <Paragraphs>59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Times New Roman</vt:lpstr>
      <vt:lpstr>Verdana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HP</cp:lastModifiedBy>
  <cp:revision>307</cp:revision>
  <dcterms:created xsi:type="dcterms:W3CDTF">2017-12-16T13:19:21Z</dcterms:created>
  <dcterms:modified xsi:type="dcterms:W3CDTF">2025-01-12T15:40:39Z</dcterms:modified>
</cp:coreProperties>
</file>